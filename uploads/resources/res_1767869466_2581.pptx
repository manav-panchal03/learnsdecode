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476" y="1720215"/>
            <a:ext cx="71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Noise Cancellation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21458" y="2896890"/>
            <a:ext cx="33010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ANC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76975" y="3183255"/>
            <a:ext cx="418993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Modern Headphones Eliminate Unwanted Sound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63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ANC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Microphones detect ambient noise in real-time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 chipset analyzes the sound wave patterns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inverse sound waves (anti-noise)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Anti-noise cancels out unwanted sound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2823" y="1412530"/>
            <a:ext cx="6798355" cy="1045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45081"/>
            <a:ext cx="7924800" cy="1219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64281"/>
            <a:ext cx="7924800" cy="1219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 System Types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34298" y="1674005"/>
            <a:ext cx="6400913" cy="27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34298" y="2013922"/>
            <a:ext cx="6400913" cy="183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on outside, detects noise before 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498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Feed-Back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inside ear, cancels actual noise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4653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both methods for superior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63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Applications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listening experience with clearer audio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Automotive, aviation, and industrial noise reduction</a:t>
            </a:r>
            <a:endParaRPr lang="en-US" sz="13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safety and hearing protection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0398" y="1502873"/>
            <a:ext cx="3143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ANC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81503" y="2773066"/>
            <a:ext cx="3380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adaptive noise cancellation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52567" y="2853691"/>
            <a:ext cx="28387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Open-ear wideband ANC technology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788356" y="3246120"/>
            <a:ext cx="356728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VR/AR experiences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2025-12-01T14:34:12Z</dcterms:created>
  <dcterms:modified xsi:type="dcterms:W3CDTF">2025-12-01T14:34:12Z</dcterms:modified>
</cp:coreProperties>
</file>